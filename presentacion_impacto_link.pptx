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impacto_leads_slide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pacto_leads_snapshot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>
            <a:hlinkClick r:id="rId3"/>
          </p:cNvPr>
          <p:cNvSpPr/>
          <p:nvPr/>
        </p:nvSpPr>
        <p:spPr>
          <a:xfrm>
            <a:off x="4541367" y="5907024"/>
            <a:ext cx="3108960" cy="457200"/>
          </a:xfrm>
          <a:prstGeom prst="roundRect">
            <a:avLst>
              <a:gd name="adj" fmla="val 50000"/>
            </a:avLst>
          </a:prstGeom>
          <a:solidFill>
            <a:srgbClr val="1AA44C"/>
          </a:solidFill>
          <a:ln w="15875">
            <a:solidFill>
              <a:srgbClr val="0A5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▶  Abrir simulador interactivo (HTML)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